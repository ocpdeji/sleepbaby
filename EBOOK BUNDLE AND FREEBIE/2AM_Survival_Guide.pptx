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200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80000" y="900000"/>
            <a:ext cx="1260000" cy="1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0000" y="1152000"/>
            <a:ext cx="12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0" y="1512000"/>
            <a:ext cx="12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620000"/>
            <a:ext cx="46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AN EMERGENCY GUIDE FROM SIX &amp; THRIVING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90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It's 2 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96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1">
                <a:solidFill>
                  <a:srgbClr val="C9A84C"/>
                </a:solidFill>
                <a:latin typeface="Georgia"/>
              </a:defRPr>
            </a:pPr>
            <a:r>
              <a:t>You're done.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514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08000" y="5094000"/>
            <a:ext cx="144000" cy="144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5472000"/>
            <a:ext cx="6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Take a breath. You're not alone.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Here's exactly what to do — in the next 60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660000"/>
            <a:ext cx="6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5 steps that work when nothing else does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What to say to yourself before you go in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How to recover if you caved tonight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8640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882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SIX  &amp;  THRIVING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9252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E8C97A"/>
                </a:solidFill>
                <a:latin typeface="Arial"/>
              </a:defRPr>
            </a:pPr>
            <a:r>
              <a:t>Mother of Six — Still Here at 3 a.m.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10260000"/>
            <a:ext cx="75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9A84C"/>
                </a:solidFill>
                <a:latin typeface="Arial"/>
              </a:defRPr>
            </a:pPr>
            <a:r>
              <a:t>www.sixandthriving.com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A Letter for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BEFORE YOU DO ANYTHING ELSE — READ THIS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52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0D1B3E"/>
                </a:solidFill>
                <a:latin typeface="Georgia"/>
              </a:defRPr>
            </a:pPr>
            <a:r>
              <a:t>I see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628000"/>
            <a:ext cx="108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988000"/>
            <a:ext cx="61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 i="0">
                <a:solidFill>
                  <a:srgbClr val="4A5568"/>
                </a:solidFill>
                <a:latin typeface="Arial"/>
              </a:defRPr>
            </a:pPr>
            <a:r>
              <a:t>I've sat in this chair too. Six times. With six different babies. At every hour from 11 PM to 5 AM. I have whispered the words 'please, just sleep' into the dark more times than I can count.</a:t>
            </a:r>
          </a:p>
          <a:p>
            <a:pPr algn="l">
              <a:spcAft>
                <a:spcPts val="1200"/>
              </a:spcAft>
              <a:defRPr sz="1200" b="0" i="0">
                <a:solidFill>
                  <a:srgbClr val="4A5568"/>
                </a:solidFill>
                <a:latin typeface="Arial"/>
              </a:defRPr>
            </a:pPr>
            <a:r>
              <a:t>If you're reading this — your baby is awake. Or just woke. Or hasn't slept in what feels like days.</a:t>
            </a:r>
          </a:p>
          <a:p>
            <a:pPr algn="l">
              <a:spcAft>
                <a:spcPts val="1400"/>
              </a:spcAft>
              <a:defRPr sz="1200" b="1" i="0">
                <a:solidFill>
                  <a:srgbClr val="0D1B3E"/>
                </a:solidFill>
                <a:latin typeface="Arial"/>
              </a:defRPr>
            </a:pPr>
            <a:r>
              <a:t>I want you to know three things, right now, before you do anything: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5940000"/>
            <a:ext cx="6120000" cy="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4000" y="6120000"/>
            <a:ext cx="540000" cy="54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6156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8000" y="6084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Your baby is safe.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6408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4A5568"/>
                </a:solidFill>
                <a:latin typeface="Arial"/>
              </a:defRPr>
            </a:pPr>
            <a:r>
              <a:t>If they were not, you would know. Take this breath.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6912000"/>
            <a:ext cx="6120000" cy="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4000" y="7092000"/>
            <a:ext cx="540000" cy="54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7128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7056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You are not failing.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8000" y="7380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4A5568"/>
                </a:solidFill>
                <a:latin typeface="Arial"/>
              </a:defRPr>
            </a:pPr>
            <a:r>
              <a:t>You're exhausted. There is a difference. A huge 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" y="7884000"/>
            <a:ext cx="6120000" cy="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8064000"/>
            <a:ext cx="540000" cy="54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000" y="8100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8000" y="802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This is solvable.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8000" y="8352000"/>
            <a:ext cx="50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4A5568"/>
                </a:solidFill>
                <a:latin typeface="Arial"/>
              </a:defRPr>
            </a:pPr>
            <a:r>
              <a:t>Not by morning. But by next week. Trust 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00" y="9000000"/>
            <a:ext cx="6120000" cy="720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9000000"/>
            <a:ext cx="72000" cy="720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000" y="907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D69E2E"/>
                </a:solidFill>
                <a:latin typeface="Arial"/>
              </a:defRPr>
            </a:pPr>
            <a:r>
              <a:t>TURN THE PAGE NOW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000" y="9251999"/>
            <a:ext cx="57600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The 5-step protocol. Use it in the next 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The 5-Step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THE LIFELINE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D1B3E"/>
                </a:solidFill>
                <a:latin typeface="Georgia"/>
              </a:defRPr>
            </a:pPr>
            <a:r>
              <a:t>Do This Right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80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5 steps. About 3 minutes. Read each one before you 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304000"/>
            <a:ext cx="6120000" cy="118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000" y="2555999"/>
            <a:ext cx="720000" cy="72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000" y="2628000"/>
            <a:ext cx="72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C9A84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2484000"/>
            <a:ext cx="48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D1B3E"/>
                </a:solidFill>
                <a:latin typeface="Georgia"/>
              </a:defRPr>
            </a:pPr>
            <a:r>
              <a:t>PAUSE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0" y="2807999"/>
            <a:ext cx="7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0" y="2916000"/>
            <a:ext cx="48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Don't go in yet. Set a timer for 3 minutes. Many sounds at night are sleep cycling — not actual waking. Wait.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3564000"/>
            <a:ext cx="6120000" cy="118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4000" y="3815999"/>
            <a:ext cx="720000" cy="72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3888000"/>
            <a:ext cx="72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C9A84C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0" y="3744000"/>
            <a:ext cx="48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D1B3E"/>
                </a:solidFill>
                <a:latin typeface="Georgia"/>
              </a:defRPr>
            </a:pPr>
            <a:r>
              <a:t>BREATHE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0" y="4067999"/>
            <a:ext cx="7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0" y="4176000"/>
            <a:ext cx="48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Take 3 slow breaths. Your nervous system is dysregulated right now. Your baby will feel it. Reset YOURSELF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4824000"/>
            <a:ext cx="6120000" cy="118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4000" y="5075999"/>
            <a:ext cx="720000" cy="72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000" y="5148000"/>
            <a:ext cx="72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C9A84C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5004000"/>
            <a:ext cx="48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D1B3E"/>
                </a:solidFill>
                <a:latin typeface="Georgia"/>
              </a:defRPr>
            </a:pPr>
            <a:r>
              <a:t>ASSESS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0000" y="5327999"/>
            <a:ext cx="7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00000" y="5436000"/>
            <a:ext cx="48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After the timer: Are they crying or just rustling? Has it been less than 5 minutes? Is this distress, or is this cycling?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0000" y="6084000"/>
            <a:ext cx="6120000" cy="118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000" y="6335999"/>
            <a:ext cx="720000" cy="72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000" y="6408000"/>
            <a:ext cx="72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C9A84C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0000" y="6264000"/>
            <a:ext cx="48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D1B3E"/>
                </a:solidFill>
                <a:latin typeface="Georgia"/>
              </a:defRPr>
            </a:pPr>
            <a:r>
              <a:t>RESPOND TO YOUR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000" y="6587999"/>
            <a:ext cx="7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0000" y="6696000"/>
            <a:ext cx="48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Use the method you chose BEFORE tonight. Same wait time. Same words. Same approach. If you're winging it — that's the problem.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7344000"/>
            <a:ext cx="6120000" cy="1188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4000" y="7595999"/>
            <a:ext cx="720000" cy="72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000" y="7668000"/>
            <a:ext cx="720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C9A84C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0000" y="7524000"/>
            <a:ext cx="48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D1B3E"/>
                </a:solidFill>
                <a:latin typeface="Georgia"/>
              </a:defRPr>
            </a:pPr>
            <a:r>
              <a:t>REMEMBER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00000" y="7847999"/>
            <a:ext cx="7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00000" y="7956000"/>
            <a:ext cx="486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4A5568"/>
                </a:solidFill>
                <a:latin typeface="Arial"/>
              </a:defRPr>
            </a:pPr>
            <a:r>
              <a:t>One bad night doesn't erase progress. Tomorrow is a new night. Your baby will sleep again. So will you.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000" y="8820000"/>
            <a:ext cx="6120000" cy="900000"/>
          </a:xfrm>
          <a:prstGeom prst="round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0000" y="8820000"/>
            <a:ext cx="72000" cy="9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6000" y="889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C0392B"/>
                </a:solidFill>
                <a:latin typeface="Arial"/>
              </a:defRPr>
            </a:pPr>
            <a:r>
              <a:t>IF YOUR BABY IS GENUINELY DISTRESSED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0" y="9071999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Go in. Always. The 5-step protocol is for the rustles, not the screams. You know your baby. Trust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200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ONE MORE THING — IF YOU CAVED TONIGHT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It's okay.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988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1">
                <a:solidFill>
                  <a:srgbClr val="C9A84C"/>
                </a:solidFill>
                <a:latin typeface="Georgia"/>
              </a:defRPr>
            </a:pPr>
            <a:r>
              <a:t>It really, really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0" y="4068000"/>
            <a:ext cx="144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500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50" b="0" i="0">
                <a:solidFill>
                  <a:srgbClr val="F0EBE1"/>
                </a:solidFill>
                <a:latin typeface="Arial"/>
              </a:defRPr>
            </a:pPr>
            <a:r>
              <a:t>Maybe you brought baby into your bed. Maybe you nursed back to sleep. Maybe you rocked for an hour. Maybe all three.</a:t>
            </a:r>
          </a:p>
          <a:p>
            <a:pPr algn="ctr">
              <a:spcAft>
                <a:spcPts val="800"/>
              </a:spcAft>
              <a:defRPr sz="1150" b="0" i="0">
                <a:solidFill>
                  <a:srgbClr val="F0EBE1"/>
                </a:solidFill>
                <a:latin typeface="Arial"/>
              </a:defRPr>
            </a:pPr>
            <a:r>
              <a:t>Hear me clearly: ONE NIGHT does not undo a week of progress. It just doesn't. You are tired. You are human. You did what your body told you to do at 3 AM.</a:t>
            </a:r>
          </a:p>
          <a:p>
            <a:pPr algn="ctr">
              <a:spcAft>
                <a:spcPts val="600"/>
              </a:spcAft>
              <a:defRPr sz="1150" b="0" i="1">
                <a:solidFill>
                  <a:srgbClr val="E8C97A"/>
                </a:solidFill>
                <a:latin typeface="Georgia"/>
              </a:defRPr>
            </a:pPr>
            <a:r>
              <a:t>Tomorrow morning: forgive yourself. Drink the coffee. Read the plan again. Tomorrow night: try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7200000"/>
            <a:ext cx="6120000" cy="2160000"/>
          </a:xfrm>
          <a:prstGeom prst="round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000" y="7272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9252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738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0D1B3E"/>
                </a:solidFill>
                <a:latin typeface="Georgia"/>
              </a:defRPr>
            </a:pPr>
            <a:r>
              <a:t>Stop winging it at 2 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781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4A5568"/>
                </a:solidFill>
                <a:latin typeface="Arial"/>
              </a:defRPr>
            </a:pPr>
            <a:r>
              <a:t>Get the full plan. The book that lives on your nightstand.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0000" y="8172000"/>
            <a:ext cx="3240000" cy="468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0000" y="8244000"/>
            <a:ext cx="32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Arial"/>
              </a:defRPr>
            </a:pPr>
            <a:r>
              <a:t>GET THE BOOK  →  $19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8748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961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E8C97A"/>
                </a:solidFill>
                <a:latin typeface="Georgia"/>
              </a:defRPr>
            </a:pPr>
            <a:r>
              <a:t>Sleep is coming. For both of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9864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9A84C"/>
                </a:solidFill>
                <a:latin typeface="Georgia"/>
              </a:defRPr>
            </a:pPr>
            <a:r>
              <a:t>— Six &amp; Thriving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08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0D1B3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E8C97A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